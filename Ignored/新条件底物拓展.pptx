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AAC07C-CF34-3E74-020C-2E1F0EC5AA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738FA4-8E9E-214D-FF76-24D32E41D9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9E6577-1051-BDD4-043E-0D49E1A01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78DF1-5C16-4EBB-9BB4-955625CE8E10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4F3D49-B328-08A9-2AEC-1C975B470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C997F4-5469-577A-CEC1-E31DC5B28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AD376-C963-4E37-9BA9-442E2F74F8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303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91B4AA-25A6-5F67-640F-B13EC506A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212A01-8127-7FEE-72B7-03E6ED579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5A1F57-4E39-015E-DD60-18F145135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78DF1-5C16-4EBB-9BB4-955625CE8E10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938B83-3F83-D047-12E6-D04175646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DE3DCA-6530-5630-68C3-393821FA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AD376-C963-4E37-9BA9-442E2F74F8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40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EBA4E0-1347-78A4-7246-29BE5EF51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A80098-F566-47AB-E39D-493DDA958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723B07-AF63-2242-8BB8-D98DF6AD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78DF1-5C16-4EBB-9BB4-955625CE8E10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5A0CC3-A31D-CA26-2C0D-F40CF0E2F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023E50-4A92-044B-DDD3-371E2A568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AD376-C963-4E37-9BA9-442E2F74F8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2535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626A94-45E7-1786-E616-C9A68902F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29D390-2653-86CF-B890-02F8A26977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AFF634-CB64-A46A-68F3-153C1BD9EA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9C901C-FF81-1B6B-EE4F-58EAEC04A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78DF1-5C16-4EBB-9BB4-955625CE8E10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DC12A8-B604-8369-CD95-EDD9744C3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E54A8C-89C6-710F-5DA0-D6277ED33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AD376-C963-4E37-9BA9-442E2F74F8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563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F5D43F-9928-06BA-1A71-7BAEDB863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3444B5-D80D-50E9-1BCC-53B4CDF3D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CC110C-2A68-7E0D-8D07-DE4259257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54F60D1-B5BF-219E-035E-79E6EE9820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3BA9DA-BD17-C1FE-89AB-2342C7089F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343A8FB-6DB8-612A-8A84-C5AC5723D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78DF1-5C16-4EBB-9BB4-955625CE8E10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F104E00-6B15-A4D5-1971-2A0F4F6BD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B8398AC-3987-80F6-08E9-94B335C3A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AD376-C963-4E37-9BA9-442E2F74F8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839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3D1CD1-7647-58FC-9304-2F4E05228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5D1F87F-73FA-7724-7C23-D2E29384F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78DF1-5C16-4EBB-9BB4-955625CE8E10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5B38CC-E75A-E532-7782-E2B72A147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87D0A8F-FA49-7CBB-1BCA-16D40AA7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AD376-C963-4E37-9BA9-442E2F74F8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746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4ECF8BA-B36B-89F1-236A-7EBE9CFF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78DF1-5C16-4EBB-9BB4-955625CE8E10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D912A73-527D-FFD7-2F6D-23E54E6E6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B38404-8C98-BBF9-5817-A2036F34C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AD376-C963-4E37-9BA9-442E2F74F8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443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B11367-9037-ABD8-054C-09349229A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574D27-FBC3-FF6F-A467-98973EB89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E5C8EE-1516-CA34-0412-77233AEE6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415B8F-A252-BF0C-7370-049E3E8C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78DF1-5C16-4EBB-9BB4-955625CE8E10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E0F847-6C1E-BEDD-CFCB-8E06639F7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F3696B-AB05-0092-9B3A-8951B6ED9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AD376-C963-4E37-9BA9-442E2F74F8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013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DE75A6-0E30-ACB2-29F9-224A4B775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57011B7-3789-957C-1AE4-B5ED0DBAA0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B68F11-623F-2DBA-E8E0-54A3A6DEE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875D6A-D305-7CFD-CAD9-5E89931D9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78DF1-5C16-4EBB-9BB4-955625CE8E10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842F9D-30A0-6027-7C35-09A6908C5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1D6C38-EBE7-DB51-7129-7A6ED6376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AD376-C963-4E37-9BA9-442E2F74F8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946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8C18C5-F938-91DC-7ABE-CEB108205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B12AC9-C5F2-7A2A-570D-B54C9EFFD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F9D04F-4D9A-4ACB-5F39-DDDEB4FD0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78DF1-5C16-4EBB-9BB4-955625CE8E10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769BE8-12B7-1F86-D597-665EA831D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21B86D-CFD6-F8E4-59D4-B69DE1BFC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AD376-C963-4E37-9BA9-442E2F74F8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312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9A3C9E2-8052-31F3-234F-89B4065BE9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39403F-32E3-53DA-F660-F412C9C37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0F574D-265A-9344-613D-7CB07AA91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78DF1-5C16-4EBB-9BB4-955625CE8E10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8BE15-9516-C2ED-26E3-8519B1CAC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D4540F-E47C-BBF8-625C-CDB9AE5FE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AD376-C963-4E37-9BA9-442E2F74F8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275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49953DD-4C08-C1AE-198C-8147E26EA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060D3F-87F3-FC56-7E53-A7BC99418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DB00BB-B0FF-B91C-374B-3B95E7CAD0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78DF1-5C16-4EBB-9BB4-955625CE8E10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2564C3-7167-DED6-1769-A445380C0A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288461-D874-3EFC-FE19-DE0DC979B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AD376-C963-4E37-9BA9-442E2F74F8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210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D765078-D114-6A0B-E975-2D4CA0AA04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494454"/>
              </p:ext>
            </p:extLst>
          </p:nvPr>
        </p:nvGraphicFramePr>
        <p:xfrm>
          <a:off x="2161102" y="205331"/>
          <a:ext cx="7869796" cy="644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4247387" imgH="11673442" progId="">
                  <p:embed/>
                </p:oleObj>
              </mc:Choice>
              <mc:Fallback>
                <p:oleObj r:id="rId2" imgW="14247387" imgH="11673442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61102" y="205331"/>
                        <a:ext cx="7869796" cy="6447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7054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5F9C20B-F7E1-CAF2-E437-507B67309A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9196135"/>
              </p:ext>
            </p:extLst>
          </p:nvPr>
        </p:nvGraphicFramePr>
        <p:xfrm>
          <a:off x="1584128" y="1497106"/>
          <a:ext cx="9023744" cy="4219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717150" imgH="6414021" progId="">
                  <p:embed/>
                </p:oleObj>
              </mc:Choice>
              <mc:Fallback>
                <p:oleObj r:id="rId2" imgW="13717150" imgH="6414021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4128" y="1497106"/>
                        <a:ext cx="9023744" cy="42193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7627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nannan liu</dc:creator>
  <cp:lastModifiedBy>nannan liu</cp:lastModifiedBy>
  <cp:revision>6</cp:revision>
  <dcterms:created xsi:type="dcterms:W3CDTF">2025-04-12T01:47:12Z</dcterms:created>
  <dcterms:modified xsi:type="dcterms:W3CDTF">2025-04-12T11:56:43Z</dcterms:modified>
</cp:coreProperties>
</file>