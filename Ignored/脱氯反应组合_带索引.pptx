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56014F-BC17-44E8-A97A-F578E9FCB834}" v="15" dt="2025-04-07T10:54:20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0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祺 李" userId="d8cc320c2cefcb96" providerId="LiveId" clId="{A056014F-BC17-44E8-A97A-F578E9FCB834}"/>
    <pc:docChg chg="undo custSel addSld modSld">
      <pc:chgData name="嘉祺 李" userId="d8cc320c2cefcb96" providerId="LiveId" clId="{A056014F-BC17-44E8-A97A-F578E9FCB834}" dt="2025-04-08T08:50:46.227" v="66" actId="20577"/>
      <pc:docMkLst>
        <pc:docMk/>
      </pc:docMkLst>
      <pc:sldChg chg="addSp delSp modSp mod">
        <pc:chgData name="嘉祺 李" userId="d8cc320c2cefcb96" providerId="LiveId" clId="{A056014F-BC17-44E8-A97A-F578E9FCB834}" dt="2025-04-03T02:04:42.006" v="7" actId="478"/>
        <pc:sldMkLst>
          <pc:docMk/>
          <pc:sldMk cId="2641474602" sldId="256"/>
        </pc:sldMkLst>
      </pc:sldChg>
      <pc:sldChg chg="modSp">
        <pc:chgData name="嘉祺 李" userId="d8cc320c2cefcb96" providerId="LiveId" clId="{A056014F-BC17-44E8-A97A-F578E9FCB834}" dt="2025-04-07T10:54:20.578" v="62"/>
        <pc:sldMkLst>
          <pc:docMk/>
          <pc:sldMk cId="3827516084" sldId="257"/>
        </pc:sldMkLst>
        <pc:graphicFrameChg chg="mod">
          <ac:chgData name="嘉祺 李" userId="d8cc320c2cefcb96" providerId="LiveId" clId="{A056014F-BC17-44E8-A97A-F578E9FCB834}" dt="2025-04-07T10:54:20.578" v="62"/>
          <ac:graphicFrameMkLst>
            <pc:docMk/>
            <pc:sldMk cId="3827516084" sldId="257"/>
            <ac:graphicFrameMk id="3" creationId="{4B827C51-B57B-DE3D-EDBC-2E05BA39310E}"/>
          </ac:graphicFrameMkLst>
        </pc:graphicFrameChg>
      </pc:sldChg>
      <pc:sldChg chg="addSp delSp modSp new mod">
        <pc:chgData name="嘉祺 李" userId="d8cc320c2cefcb96" providerId="LiveId" clId="{A056014F-BC17-44E8-A97A-F578E9FCB834}" dt="2025-04-08T08:50:46.227" v="66" actId="20577"/>
        <pc:sldMkLst>
          <pc:docMk/>
          <pc:sldMk cId="2717963705" sldId="261"/>
        </pc:sldMkLst>
        <pc:spChg chg="add mod">
          <ac:chgData name="嘉祺 李" userId="d8cc320c2cefcb96" providerId="LiveId" clId="{A056014F-BC17-44E8-A97A-F578E9FCB834}" dt="2025-04-03T13:15:31.105" v="25" actId="14100"/>
          <ac:spMkLst>
            <pc:docMk/>
            <pc:sldMk cId="2717963705" sldId="261"/>
            <ac:spMk id="3" creationId="{DE6D891A-FD60-1D24-1203-864F09F7A8DF}"/>
          </ac:spMkLst>
        </pc:spChg>
        <pc:spChg chg="add mod">
          <ac:chgData name="嘉祺 李" userId="d8cc320c2cefcb96" providerId="LiveId" clId="{A056014F-BC17-44E8-A97A-F578E9FCB834}" dt="2025-04-03T13:15:37.346" v="30" actId="20577"/>
          <ac:spMkLst>
            <pc:docMk/>
            <pc:sldMk cId="2717963705" sldId="261"/>
            <ac:spMk id="5" creationId="{53B0407C-BF15-A8E8-3008-FC198B7A4CE8}"/>
          </ac:spMkLst>
        </pc:spChg>
        <pc:spChg chg="add mod">
          <ac:chgData name="嘉祺 李" userId="d8cc320c2cefcb96" providerId="LiveId" clId="{A056014F-BC17-44E8-A97A-F578E9FCB834}" dt="2025-04-08T08:50:46.227" v="66" actId="20577"/>
          <ac:spMkLst>
            <pc:docMk/>
            <pc:sldMk cId="2717963705" sldId="261"/>
            <ac:spMk id="7" creationId="{A242BA85-1539-2967-DD6B-8C7749DEF61D}"/>
          </ac:spMkLst>
        </pc:spChg>
        <pc:spChg chg="add mod">
          <ac:chgData name="嘉祺 李" userId="d8cc320c2cefcb96" providerId="LiveId" clId="{A056014F-BC17-44E8-A97A-F578E9FCB834}" dt="2025-04-03T13:19:24.066" v="61" actId="1076"/>
          <ac:spMkLst>
            <pc:docMk/>
            <pc:sldMk cId="2717963705" sldId="261"/>
            <ac:spMk id="8" creationId="{DE6D5E8D-E90C-5783-7C87-9A985A43AD12}"/>
          </ac:spMkLst>
        </pc:spChg>
        <pc:spChg chg="add mod">
          <ac:chgData name="嘉祺 李" userId="d8cc320c2cefcb96" providerId="LiveId" clId="{A056014F-BC17-44E8-A97A-F578E9FCB834}" dt="2025-04-03T13:19:24.066" v="61" actId="1076"/>
          <ac:spMkLst>
            <pc:docMk/>
            <pc:sldMk cId="2717963705" sldId="261"/>
            <ac:spMk id="9" creationId="{310F6C67-03F6-F4A4-7E68-A6C84F03C5D9}"/>
          </ac:spMkLst>
        </pc:spChg>
        <pc:spChg chg="add mod">
          <ac:chgData name="嘉祺 李" userId="d8cc320c2cefcb96" providerId="LiveId" clId="{A056014F-BC17-44E8-A97A-F578E9FCB834}" dt="2025-04-03T13:19:24.066" v="61" actId="1076"/>
          <ac:spMkLst>
            <pc:docMk/>
            <pc:sldMk cId="2717963705" sldId="261"/>
            <ac:spMk id="11" creationId="{76CE39B2-2CA4-D031-F8AD-C31C0C9687D9}"/>
          </ac:spMkLst>
        </pc:spChg>
        <pc:picChg chg="add mod">
          <ac:chgData name="嘉祺 李" userId="d8cc320c2cefcb96" providerId="LiveId" clId="{A056014F-BC17-44E8-A97A-F578E9FCB834}" dt="2025-04-03T13:19:05.766" v="54" actId="14100"/>
          <ac:picMkLst>
            <pc:docMk/>
            <pc:sldMk cId="2717963705" sldId="261"/>
            <ac:picMk id="2" creationId="{0961A309-8DFA-B589-1614-4ECEBBD77238}"/>
          </ac:picMkLst>
        </pc:picChg>
        <pc:picChg chg="add mod">
          <ac:chgData name="嘉祺 李" userId="d8cc320c2cefcb96" providerId="LiveId" clId="{A056014F-BC17-44E8-A97A-F578E9FCB834}" dt="2025-04-03T02:05:20.029" v="15" actId="1076"/>
          <ac:picMkLst>
            <pc:docMk/>
            <pc:sldMk cId="2717963705" sldId="261"/>
            <ac:picMk id="4" creationId="{07B27551-C6DA-4B24-B01E-436B1CB4C45E}"/>
          </ac:picMkLst>
        </pc:picChg>
        <pc:picChg chg="add mod">
          <ac:chgData name="嘉祺 李" userId="d8cc320c2cefcb96" providerId="LiveId" clId="{A056014F-BC17-44E8-A97A-F578E9FCB834}" dt="2025-04-03T02:05:20.029" v="15" actId="1076"/>
          <ac:picMkLst>
            <pc:docMk/>
            <pc:sldMk cId="2717963705" sldId="261"/>
            <ac:picMk id="6" creationId="{212B43D6-F70A-B0C3-DCB2-159BAB085CB0}"/>
          </ac:picMkLst>
        </pc:picChg>
        <pc:picChg chg="add mod">
          <ac:chgData name="嘉祺 李" userId="d8cc320c2cefcb96" providerId="LiveId" clId="{A056014F-BC17-44E8-A97A-F578E9FCB834}" dt="2025-04-03T13:16:16.915" v="48" actId="571"/>
          <ac:picMkLst>
            <pc:docMk/>
            <pc:sldMk cId="2717963705" sldId="261"/>
            <ac:picMk id="12" creationId="{871392D3-5DE6-0A77-2774-6B0EBE4131CE}"/>
          </ac:picMkLst>
        </pc:picChg>
      </pc:sldChg>
    </pc:docChg>
  </pc:docChgLst>
  <pc:docChgLst>
    <pc:chgData name="李嘉祺" userId="16e6e0ca-a3aa-42d9-9a32-3a8b81a70032" providerId="ADAL" clId="{8EB55DB7-9C5C-47EA-9085-326B08E9BDCD}"/>
    <pc:docChg chg="custSel modSld">
      <pc:chgData name="李嘉祺" userId="16e6e0ca-a3aa-42d9-9a32-3a8b81a70032" providerId="ADAL" clId="{8EB55DB7-9C5C-47EA-9085-326B08E9BDCD}" dt="2024-11-22T12:15:53.199" v="94"/>
      <pc:docMkLst>
        <pc:docMk/>
      </pc:docMkLst>
      <pc:sldChg chg="addSp delSp modSp mod">
        <pc:chgData name="李嘉祺" userId="16e6e0ca-a3aa-42d9-9a32-3a8b81a70032" providerId="ADAL" clId="{8EB55DB7-9C5C-47EA-9085-326B08E9BDCD}" dt="2024-11-18T07:28:43.692" v="34" actId="478"/>
        <pc:sldMkLst>
          <pc:docMk/>
          <pc:sldMk cId="2641474602" sldId="256"/>
        </pc:sldMkLst>
      </pc:sldChg>
      <pc:sldChg chg="modSp">
        <pc:chgData name="李嘉祺" userId="16e6e0ca-a3aa-42d9-9a32-3a8b81a70032" providerId="ADAL" clId="{8EB55DB7-9C5C-47EA-9085-326B08E9BDCD}" dt="2024-11-22T12:13:50.583" v="92"/>
        <pc:sldMkLst>
          <pc:docMk/>
          <pc:sldMk cId="3827516084" sldId="257"/>
        </pc:sldMkLst>
      </pc:sldChg>
      <pc:sldChg chg="modSp">
        <pc:chgData name="李嘉祺" userId="16e6e0ca-a3aa-42d9-9a32-3a8b81a70032" providerId="ADAL" clId="{8EB55DB7-9C5C-47EA-9085-326B08E9BDCD}" dt="2024-11-22T12:15:32.862" v="93"/>
        <pc:sldMkLst>
          <pc:docMk/>
          <pc:sldMk cId="980865134" sldId="258"/>
        </pc:sldMkLst>
      </pc:sldChg>
      <pc:sldChg chg="modSp">
        <pc:chgData name="李嘉祺" userId="16e6e0ca-a3aa-42d9-9a32-3a8b81a70032" providerId="ADAL" clId="{8EB55DB7-9C5C-47EA-9085-326B08E9BDCD}" dt="2024-11-22T12:15:53.199" v="94"/>
        <pc:sldMkLst>
          <pc:docMk/>
          <pc:sldMk cId="3293760242" sldId="259"/>
        </pc:sldMkLst>
      </pc:sldChg>
      <pc:sldChg chg="addSp modSp mod">
        <pc:chgData name="李嘉祺" userId="16e6e0ca-a3aa-42d9-9a32-3a8b81a70032" providerId="ADAL" clId="{8EB55DB7-9C5C-47EA-9085-326B08E9BDCD}" dt="2024-11-18T07:34:54.234" v="91" actId="13822"/>
        <pc:sldMkLst>
          <pc:docMk/>
          <pc:sldMk cId="2745520540" sldId="260"/>
        </pc:sldMkLst>
      </pc:sldChg>
    </pc:docChg>
  </pc:docChgLst>
  <pc:docChgLst>
    <pc:chgData name="李嘉祺" userId="16e6e0ca-a3aa-42d9-9a32-3a8b81a70032" providerId="ADAL" clId="{0E30A7CD-7844-4F65-BBEA-1486FCEB9F03}"/>
    <pc:docChg chg="undo custSel modSld">
      <pc:chgData name="李嘉祺" userId="16e6e0ca-a3aa-42d9-9a32-3a8b81a70032" providerId="ADAL" clId="{0E30A7CD-7844-4F65-BBEA-1486FCEB9F03}" dt="2024-10-15T08:28:13.381" v="261"/>
      <pc:docMkLst>
        <pc:docMk/>
      </pc:docMkLst>
      <pc:sldChg chg="modSp">
        <pc:chgData name="李嘉祺" userId="16e6e0ca-a3aa-42d9-9a32-3a8b81a70032" providerId="ADAL" clId="{0E30A7CD-7844-4F65-BBEA-1486FCEB9F03}" dt="2024-10-15T08:28:13.381" v="261"/>
        <pc:sldMkLst>
          <pc:docMk/>
          <pc:sldMk cId="2641474602" sldId="256"/>
        </pc:sldMkLst>
      </pc:sldChg>
      <pc:sldChg chg="addSp delSp modSp mod">
        <pc:chgData name="李嘉祺" userId="16e6e0ca-a3aa-42d9-9a32-3a8b81a70032" providerId="ADAL" clId="{0E30A7CD-7844-4F65-BBEA-1486FCEB9F03}" dt="2024-10-08T10:55:05.937" v="253" actId="20577"/>
        <pc:sldMkLst>
          <pc:docMk/>
          <pc:sldMk cId="3827516084" sldId="257"/>
        </pc:sldMkLst>
      </pc:sldChg>
      <pc:sldChg chg="addSp delSp modSp mod">
        <pc:chgData name="李嘉祺" userId="16e6e0ca-a3aa-42d9-9a32-3a8b81a70032" providerId="ADAL" clId="{0E30A7CD-7844-4F65-BBEA-1486FCEB9F03}" dt="2024-10-15T08:03:10.703" v="260"/>
        <pc:sldMkLst>
          <pc:docMk/>
          <pc:sldMk cId="980865134" sldId="258"/>
        </pc:sldMkLst>
      </pc:sldChg>
      <pc:sldChg chg="addSp modSp mod">
        <pc:chgData name="李嘉祺" userId="16e6e0ca-a3aa-42d9-9a32-3a8b81a70032" providerId="ADAL" clId="{0E30A7CD-7844-4F65-BBEA-1486FCEB9F03}" dt="2024-10-08T10:44:56.863" v="218" actId="20577"/>
        <pc:sldMkLst>
          <pc:docMk/>
          <pc:sldMk cId="3293760242" sldId="259"/>
        </pc:sldMkLst>
      </pc:sldChg>
    </pc:docChg>
  </pc:docChgLst>
  <pc:docChgLst>
    <pc:chgData name="李嘉祺" userId="16e6e0ca-a3aa-42d9-9a32-3a8b81a70032" providerId="ADAL" clId="{4A16EEF2-59D7-4C6A-914D-4DC69514457A}"/>
    <pc:docChg chg="modSld">
      <pc:chgData name="李嘉祺" userId="16e6e0ca-a3aa-42d9-9a32-3a8b81a70032" providerId="ADAL" clId="{4A16EEF2-59D7-4C6A-914D-4DC69514457A}" dt="2024-12-19T07:12:17.509" v="0"/>
      <pc:docMkLst>
        <pc:docMk/>
      </pc:docMkLst>
      <pc:sldChg chg="modSp">
        <pc:chgData name="李嘉祺" userId="16e6e0ca-a3aa-42d9-9a32-3a8b81a70032" providerId="ADAL" clId="{4A16EEF2-59D7-4C6A-914D-4DC69514457A}" dt="2024-12-19T07:12:17.509" v="0"/>
        <pc:sldMkLst>
          <pc:docMk/>
          <pc:sldMk cId="980865134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39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1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31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03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601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7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89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7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69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E9F61-9724-4192-BEBC-1700BEC94E6A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23E22-CE40-479F-9587-88AFAEE50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4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24380-97B0-2A47-DA53-79A03B40D59B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待研究的脱氯反应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4596CA-79A3-90C9-0996-2FBBBAF59C01}"/>
              </a:ext>
            </a:extLst>
          </p:cNvPr>
          <p:cNvCxnSpPr/>
          <p:nvPr/>
        </p:nvCxnSpPr>
        <p:spPr>
          <a:xfrm>
            <a:off x="0" y="694661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366007A-3CD6-E94B-8E9D-F3CDAFDD2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43833"/>
              </p:ext>
            </p:extLst>
          </p:nvPr>
        </p:nvGraphicFramePr>
        <p:xfrm>
          <a:off x="1411288" y="927100"/>
          <a:ext cx="6321425" cy="557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319384" imgH="5571562" progId="ChemDraw.Document.6.0">
                  <p:embed/>
                </p:oleObj>
              </mc:Choice>
              <mc:Fallback>
                <p:oleObj name="CS ChemDraw Drawing" r:id="rId2" imgW="6319384" imgH="5571562" progId="ChemDraw.Document.6.0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366007A-3CD6-E94B-8E9D-F3CDAFDD26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11288" y="927100"/>
                        <a:ext cx="6321425" cy="557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7DB97B4-974F-006D-6519-83A8C86E3758}"/>
              </a:ext>
            </a:extLst>
          </p:cNvPr>
          <p:cNvSpPr txBox="1"/>
          <p:nvPr/>
        </p:nvSpPr>
        <p:spPr>
          <a:xfrm>
            <a:off x="698500" y="14139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5000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6F114A-0D6D-B3E9-4EBF-12978D22C8E2}"/>
              </a:ext>
            </a:extLst>
          </p:cNvPr>
          <p:cNvSpPr txBox="1"/>
          <p:nvPr/>
        </p:nvSpPr>
        <p:spPr>
          <a:xfrm>
            <a:off x="698500" y="292946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5001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83F59-69D3-EB5C-505A-54B1EA2A2F28}"/>
              </a:ext>
            </a:extLst>
          </p:cNvPr>
          <p:cNvSpPr txBox="1"/>
          <p:nvPr/>
        </p:nvSpPr>
        <p:spPr>
          <a:xfrm>
            <a:off x="698500" y="446296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5002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C50A2E-E927-5992-00B8-6D6BC505B7D1}"/>
              </a:ext>
            </a:extLst>
          </p:cNvPr>
          <p:cNvSpPr txBox="1"/>
          <p:nvPr/>
        </p:nvSpPr>
        <p:spPr>
          <a:xfrm>
            <a:off x="1351243" y="10250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1474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24380-97B0-2A47-DA53-79A03B40D59B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反应参数：路易斯碱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硼烷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4596CA-79A3-90C9-0996-2FBBBAF59C01}"/>
              </a:ext>
            </a:extLst>
          </p:cNvPr>
          <p:cNvCxnSpPr/>
          <p:nvPr/>
        </p:nvCxnSpPr>
        <p:spPr>
          <a:xfrm>
            <a:off x="0" y="694661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827C51-B57B-DE3D-EDBC-2E05BA3931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39217"/>
              </p:ext>
            </p:extLst>
          </p:nvPr>
        </p:nvGraphicFramePr>
        <p:xfrm>
          <a:off x="1360488" y="800100"/>
          <a:ext cx="6567487" cy="591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566906" imgH="5909754" progId="ChemDraw.Document.6.0">
                  <p:embed/>
                </p:oleObj>
              </mc:Choice>
              <mc:Fallback>
                <p:oleObj name="CS ChemDraw Drawing" r:id="rId2" imgW="6566906" imgH="5909754" progId="ChemDraw.Document.6.0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827C51-B57B-DE3D-EDBC-2E05BA3931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0488" y="800100"/>
                        <a:ext cx="6567487" cy="591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6AA1188-DA24-7C6A-0477-8134DD8E7CE6}"/>
              </a:ext>
            </a:extLst>
          </p:cNvPr>
          <p:cNvSpPr txBox="1"/>
          <p:nvPr/>
        </p:nvSpPr>
        <p:spPr>
          <a:xfrm>
            <a:off x="1655234" y="1528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0890E6-D1A7-5D14-F21F-324BEE3E51AA}"/>
              </a:ext>
            </a:extLst>
          </p:cNvPr>
          <p:cNvSpPr txBox="1"/>
          <p:nvPr/>
        </p:nvSpPr>
        <p:spPr>
          <a:xfrm>
            <a:off x="2607734" y="1528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B712EE-24D0-420B-5935-37AC77DAD1AB}"/>
              </a:ext>
            </a:extLst>
          </p:cNvPr>
          <p:cNvSpPr txBox="1"/>
          <p:nvPr/>
        </p:nvSpPr>
        <p:spPr>
          <a:xfrm>
            <a:off x="3738034" y="1528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591B71-501C-E935-CDBE-08443BBB07BD}"/>
              </a:ext>
            </a:extLst>
          </p:cNvPr>
          <p:cNvSpPr txBox="1"/>
          <p:nvPr/>
        </p:nvSpPr>
        <p:spPr>
          <a:xfrm>
            <a:off x="4601634" y="1528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15A962-F94B-E67D-ED2A-CFFDC95755B6}"/>
              </a:ext>
            </a:extLst>
          </p:cNvPr>
          <p:cNvSpPr txBox="1"/>
          <p:nvPr/>
        </p:nvSpPr>
        <p:spPr>
          <a:xfrm>
            <a:off x="5400411" y="1528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687951-AEF5-8B1A-4BBC-908D0A398974}"/>
              </a:ext>
            </a:extLst>
          </p:cNvPr>
          <p:cNvSpPr txBox="1"/>
          <p:nvPr/>
        </p:nvSpPr>
        <p:spPr>
          <a:xfrm>
            <a:off x="1579034" y="2916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0CA7F9-32C6-556A-FA36-DCB7E13C5258}"/>
              </a:ext>
            </a:extLst>
          </p:cNvPr>
          <p:cNvSpPr txBox="1"/>
          <p:nvPr/>
        </p:nvSpPr>
        <p:spPr>
          <a:xfrm>
            <a:off x="2279753" y="2916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97B8A1-A8A4-28C1-8AA6-AEF52BDA9E2B}"/>
              </a:ext>
            </a:extLst>
          </p:cNvPr>
          <p:cNvSpPr txBox="1"/>
          <p:nvPr/>
        </p:nvSpPr>
        <p:spPr>
          <a:xfrm>
            <a:off x="3134886" y="2916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381F7C-CE07-AC3C-A22E-1BCED18F1274}"/>
              </a:ext>
            </a:extLst>
          </p:cNvPr>
          <p:cNvSpPr txBox="1"/>
          <p:nvPr/>
        </p:nvSpPr>
        <p:spPr>
          <a:xfrm>
            <a:off x="3990019" y="2916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E64BD7-3B77-A5CB-4078-46C3FA229102}"/>
              </a:ext>
            </a:extLst>
          </p:cNvPr>
          <p:cNvSpPr txBox="1"/>
          <p:nvPr/>
        </p:nvSpPr>
        <p:spPr>
          <a:xfrm>
            <a:off x="4701454" y="2916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D84E11-E738-6B5F-5611-3562BB51162B}"/>
              </a:ext>
            </a:extLst>
          </p:cNvPr>
          <p:cNvSpPr txBox="1"/>
          <p:nvPr/>
        </p:nvSpPr>
        <p:spPr>
          <a:xfrm>
            <a:off x="5262046" y="29163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D6F1E6-F0CB-7E13-5828-237435693B86}"/>
              </a:ext>
            </a:extLst>
          </p:cNvPr>
          <p:cNvSpPr txBox="1"/>
          <p:nvPr/>
        </p:nvSpPr>
        <p:spPr>
          <a:xfrm>
            <a:off x="5846246" y="29163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E755DD-5863-95E4-06A4-E8C19E7C4F6A}"/>
              </a:ext>
            </a:extLst>
          </p:cNvPr>
          <p:cNvSpPr txBox="1"/>
          <p:nvPr/>
        </p:nvSpPr>
        <p:spPr>
          <a:xfrm>
            <a:off x="6467613" y="29163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C65FC2-8BE0-3979-6DE4-A1DDF9CCFE4A}"/>
              </a:ext>
            </a:extLst>
          </p:cNvPr>
          <p:cNvSpPr txBox="1"/>
          <p:nvPr/>
        </p:nvSpPr>
        <p:spPr>
          <a:xfrm>
            <a:off x="7381080" y="29163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6975C2-3CF4-213F-6D9A-CA482F57C4DF}"/>
              </a:ext>
            </a:extLst>
          </p:cNvPr>
          <p:cNvSpPr txBox="1"/>
          <p:nvPr/>
        </p:nvSpPr>
        <p:spPr>
          <a:xfrm>
            <a:off x="1579034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EDC012-7ADD-149D-A8F7-3BAC8E283E16}"/>
              </a:ext>
            </a:extLst>
          </p:cNvPr>
          <p:cNvSpPr txBox="1"/>
          <p:nvPr/>
        </p:nvSpPr>
        <p:spPr>
          <a:xfrm>
            <a:off x="2398382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179B2A-47A1-A2C1-3117-5083B5A12495}"/>
              </a:ext>
            </a:extLst>
          </p:cNvPr>
          <p:cNvSpPr txBox="1"/>
          <p:nvPr/>
        </p:nvSpPr>
        <p:spPr>
          <a:xfrm>
            <a:off x="3285729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988544-1153-3F8B-0444-20F017F41DB1}"/>
              </a:ext>
            </a:extLst>
          </p:cNvPr>
          <p:cNvSpPr txBox="1"/>
          <p:nvPr/>
        </p:nvSpPr>
        <p:spPr>
          <a:xfrm>
            <a:off x="4433593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EF463B-A7CB-6C90-E1AC-1B8CDEE30865}"/>
              </a:ext>
            </a:extLst>
          </p:cNvPr>
          <p:cNvSpPr txBox="1"/>
          <p:nvPr/>
        </p:nvSpPr>
        <p:spPr>
          <a:xfrm>
            <a:off x="5622638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ED4AF73-710F-8F39-AD06-10DF69D31A73}"/>
              </a:ext>
            </a:extLst>
          </p:cNvPr>
          <p:cNvSpPr txBox="1"/>
          <p:nvPr/>
        </p:nvSpPr>
        <p:spPr>
          <a:xfrm>
            <a:off x="1470732" y="50259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C354BC-B991-0B12-9A6D-94EDFDE0E81B}"/>
              </a:ext>
            </a:extLst>
          </p:cNvPr>
          <p:cNvSpPr txBox="1"/>
          <p:nvPr/>
        </p:nvSpPr>
        <p:spPr>
          <a:xfrm>
            <a:off x="2607734" y="50259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5EC658-94B8-11BA-D37C-6F08FF66A997}"/>
              </a:ext>
            </a:extLst>
          </p:cNvPr>
          <p:cNvSpPr txBox="1"/>
          <p:nvPr/>
        </p:nvSpPr>
        <p:spPr>
          <a:xfrm>
            <a:off x="3780667" y="50259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115721-FC2E-1025-81F4-19D7482C6DF3}"/>
              </a:ext>
            </a:extLst>
          </p:cNvPr>
          <p:cNvSpPr txBox="1"/>
          <p:nvPr/>
        </p:nvSpPr>
        <p:spPr>
          <a:xfrm>
            <a:off x="5032647" y="50259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C79F19E-BDE2-DB0F-6B87-7141779553D7}"/>
              </a:ext>
            </a:extLst>
          </p:cNvPr>
          <p:cNvSpPr txBox="1"/>
          <p:nvPr/>
        </p:nvSpPr>
        <p:spPr>
          <a:xfrm>
            <a:off x="6676965" y="50259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A72F001-F4F2-25CB-2949-1547BA6774FB}"/>
              </a:ext>
            </a:extLst>
          </p:cNvPr>
          <p:cNvSpPr txBox="1"/>
          <p:nvPr/>
        </p:nvSpPr>
        <p:spPr>
          <a:xfrm>
            <a:off x="1470732" y="61610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5B44BD6-03C1-2BF5-41AE-5B47FB72893C}"/>
              </a:ext>
            </a:extLst>
          </p:cNvPr>
          <p:cNvSpPr txBox="1"/>
          <p:nvPr/>
        </p:nvSpPr>
        <p:spPr>
          <a:xfrm>
            <a:off x="6565954" y="40138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51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24380-97B0-2A47-DA53-79A03B40D59B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反应参数：硫醇及反应溶剂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4596CA-79A3-90C9-0996-2FBBBAF59C01}"/>
              </a:ext>
            </a:extLst>
          </p:cNvPr>
          <p:cNvCxnSpPr/>
          <p:nvPr/>
        </p:nvCxnSpPr>
        <p:spPr>
          <a:xfrm>
            <a:off x="0" y="694661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C33C9DF-EF6E-6670-D541-0E6F8A0AB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283515"/>
              </p:ext>
            </p:extLst>
          </p:nvPr>
        </p:nvGraphicFramePr>
        <p:xfrm>
          <a:off x="1419225" y="4867275"/>
          <a:ext cx="6791325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565145" imgH="1613429" progId="ChemDraw.Document.6.0">
                  <p:embed/>
                </p:oleObj>
              </mc:Choice>
              <mc:Fallback>
                <p:oleObj name="CS ChemDraw Drawing" r:id="rId2" imgW="6565145" imgH="1613429" progId="ChemDraw.Document.6.0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C33C9DF-EF6E-6670-D541-0E6F8A0AB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19225" y="4867275"/>
                        <a:ext cx="6791325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53CB847-7F43-8F73-07D3-60D1065F5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366989"/>
              </p:ext>
            </p:extLst>
          </p:nvPr>
        </p:nvGraphicFramePr>
        <p:xfrm>
          <a:off x="1417637" y="1033463"/>
          <a:ext cx="6792913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98702" imgH="3108496" progId="ChemDraw.Document.6.0">
                  <p:embed/>
                </p:oleObj>
              </mc:Choice>
              <mc:Fallback>
                <p:oleObj name="CS ChemDraw Drawing" r:id="rId4" imgW="6298702" imgH="3108496" progId="ChemDraw.Document.6.0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53CB847-7F43-8F73-07D3-60D1065F5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7637" y="1033463"/>
                        <a:ext cx="6792913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45B1563-B130-8D32-B8CE-3A01F5F73157}"/>
              </a:ext>
            </a:extLst>
          </p:cNvPr>
          <p:cNvSpPr txBox="1"/>
          <p:nvPr/>
        </p:nvSpPr>
        <p:spPr>
          <a:xfrm>
            <a:off x="1595968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27BF7A-D046-C270-2593-31687F66D7D8}"/>
              </a:ext>
            </a:extLst>
          </p:cNvPr>
          <p:cNvSpPr txBox="1"/>
          <p:nvPr/>
        </p:nvSpPr>
        <p:spPr>
          <a:xfrm>
            <a:off x="2578101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EB4510-5346-A720-EA2D-B337A2CA3712}"/>
              </a:ext>
            </a:extLst>
          </p:cNvPr>
          <p:cNvSpPr txBox="1"/>
          <p:nvPr/>
        </p:nvSpPr>
        <p:spPr>
          <a:xfrm>
            <a:off x="3534570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3922D5-B7D0-1C9B-CF39-BFEB22FA5E34}"/>
              </a:ext>
            </a:extLst>
          </p:cNvPr>
          <p:cNvSpPr txBox="1"/>
          <p:nvPr/>
        </p:nvSpPr>
        <p:spPr>
          <a:xfrm>
            <a:off x="4334934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2003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6ED951-4948-40C4-B574-B5B11F64A7EA}"/>
              </a:ext>
            </a:extLst>
          </p:cNvPr>
          <p:cNvSpPr txBox="1"/>
          <p:nvPr/>
        </p:nvSpPr>
        <p:spPr>
          <a:xfrm>
            <a:off x="5620793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2004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F5324B-3FDF-20B6-2427-C08724C04352}"/>
              </a:ext>
            </a:extLst>
          </p:cNvPr>
          <p:cNvSpPr txBox="1"/>
          <p:nvPr/>
        </p:nvSpPr>
        <p:spPr>
          <a:xfrm>
            <a:off x="6988159" y="21039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2005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CEC13A-0B84-CFEC-AE01-1EBDBBB7F4E0}"/>
              </a:ext>
            </a:extLst>
          </p:cNvPr>
          <p:cNvSpPr txBox="1"/>
          <p:nvPr/>
        </p:nvSpPr>
        <p:spPr>
          <a:xfrm>
            <a:off x="1778002" y="324191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2006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DBA20B-F847-0919-4579-CB48A35431C2}"/>
              </a:ext>
            </a:extLst>
          </p:cNvPr>
          <p:cNvSpPr txBox="1"/>
          <p:nvPr/>
        </p:nvSpPr>
        <p:spPr>
          <a:xfrm>
            <a:off x="2980269" y="324191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2007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126903-EE96-C37A-211D-86EAAAB90CCF}"/>
              </a:ext>
            </a:extLst>
          </p:cNvPr>
          <p:cNvSpPr txBox="1"/>
          <p:nvPr/>
        </p:nvSpPr>
        <p:spPr>
          <a:xfrm>
            <a:off x="4110305" y="324191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2008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230C6A-247C-6D0F-339F-9141B5F12DF3}"/>
              </a:ext>
            </a:extLst>
          </p:cNvPr>
          <p:cNvSpPr txBox="1"/>
          <p:nvPr/>
        </p:nvSpPr>
        <p:spPr>
          <a:xfrm>
            <a:off x="5507684" y="324191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2009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1E4046B-4FB2-D7F1-25B4-AB787F6FC85D}"/>
              </a:ext>
            </a:extLst>
          </p:cNvPr>
          <p:cNvSpPr txBox="1"/>
          <p:nvPr/>
        </p:nvSpPr>
        <p:spPr>
          <a:xfrm>
            <a:off x="6988159" y="324191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2010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13F5BF-E8FF-322F-F750-B8187B66236F}"/>
              </a:ext>
            </a:extLst>
          </p:cNvPr>
          <p:cNvSpPr txBox="1"/>
          <p:nvPr/>
        </p:nvSpPr>
        <p:spPr>
          <a:xfrm>
            <a:off x="1778002" y="395004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F3A69E-BD22-C640-C7F3-DF4A80561008}"/>
              </a:ext>
            </a:extLst>
          </p:cNvPr>
          <p:cNvSpPr txBox="1"/>
          <p:nvPr/>
        </p:nvSpPr>
        <p:spPr>
          <a:xfrm>
            <a:off x="2904472" y="395004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8647A5-323F-156C-E91B-B507558513FB}"/>
              </a:ext>
            </a:extLst>
          </p:cNvPr>
          <p:cNvSpPr txBox="1"/>
          <p:nvPr/>
        </p:nvSpPr>
        <p:spPr>
          <a:xfrm>
            <a:off x="4104669" y="395004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0865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24380-97B0-2A47-DA53-79A03B40D59B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反应参数：引发剂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4596CA-79A3-90C9-0996-2FBBBAF59C01}"/>
              </a:ext>
            </a:extLst>
          </p:cNvPr>
          <p:cNvCxnSpPr/>
          <p:nvPr/>
        </p:nvCxnSpPr>
        <p:spPr>
          <a:xfrm>
            <a:off x="0" y="694661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5CC3447-BD24-54E4-C0ED-146C16EC25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780558"/>
              </p:ext>
            </p:extLst>
          </p:nvPr>
        </p:nvGraphicFramePr>
        <p:xfrm>
          <a:off x="1073150" y="1889125"/>
          <a:ext cx="6997700" cy="37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328822" imgH="3386065" progId="ChemDraw.Document.6.0">
                  <p:embed/>
                </p:oleObj>
              </mc:Choice>
              <mc:Fallback>
                <p:oleObj name="CS ChemDraw Drawing" r:id="rId2" imgW="6328822" imgH="3386065" progId="ChemDraw.Document.6.0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5CC3447-BD24-54E4-C0ED-146C16EC25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3150" y="1889125"/>
                        <a:ext cx="6997700" cy="374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5DB0859-26FA-7F28-36F4-DE309FFB0086}"/>
              </a:ext>
            </a:extLst>
          </p:cNvPr>
          <p:cNvSpPr txBox="1"/>
          <p:nvPr/>
        </p:nvSpPr>
        <p:spPr>
          <a:xfrm>
            <a:off x="2863840" y="196875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标注的温度为引发剂的引发温度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2C9CAF-D7EE-C4CF-FE88-7248B80BCBE1}"/>
              </a:ext>
            </a:extLst>
          </p:cNvPr>
          <p:cNvSpPr txBox="1"/>
          <p:nvPr/>
        </p:nvSpPr>
        <p:spPr>
          <a:xfrm>
            <a:off x="1824568" y="2904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FA4993-1B46-C546-FC60-AE563DD26520}"/>
              </a:ext>
            </a:extLst>
          </p:cNvPr>
          <p:cNvSpPr txBox="1"/>
          <p:nvPr/>
        </p:nvSpPr>
        <p:spPr>
          <a:xfrm>
            <a:off x="3352802" y="2904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F8DA3C-2EB8-8A8D-0DF5-C1B7B7C615D7}"/>
              </a:ext>
            </a:extLst>
          </p:cNvPr>
          <p:cNvSpPr txBox="1"/>
          <p:nvPr/>
        </p:nvSpPr>
        <p:spPr>
          <a:xfrm>
            <a:off x="4851402" y="2904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D9A386-2E1C-2646-E735-1C91E69517C7}"/>
              </a:ext>
            </a:extLst>
          </p:cNvPr>
          <p:cNvSpPr txBox="1"/>
          <p:nvPr/>
        </p:nvSpPr>
        <p:spPr>
          <a:xfrm>
            <a:off x="7183969" y="2904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B41F6E-5A1C-993D-1D4F-AC9FCC4BF905}"/>
              </a:ext>
            </a:extLst>
          </p:cNvPr>
          <p:cNvSpPr txBox="1"/>
          <p:nvPr/>
        </p:nvSpPr>
        <p:spPr>
          <a:xfrm>
            <a:off x="1824568" y="408438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2CA7D9-F8BA-2770-5466-AC94FB8B7CAB}"/>
              </a:ext>
            </a:extLst>
          </p:cNvPr>
          <p:cNvSpPr txBox="1"/>
          <p:nvPr/>
        </p:nvSpPr>
        <p:spPr>
          <a:xfrm>
            <a:off x="3352802" y="408438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9A5E76-6212-DC24-F5A3-C5BFF19F2665}"/>
              </a:ext>
            </a:extLst>
          </p:cNvPr>
          <p:cNvSpPr txBox="1"/>
          <p:nvPr/>
        </p:nvSpPr>
        <p:spPr>
          <a:xfrm>
            <a:off x="4851402" y="408438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4006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C2C558-C1A2-E284-FC51-D333DCAACD89}"/>
              </a:ext>
            </a:extLst>
          </p:cNvPr>
          <p:cNvSpPr txBox="1"/>
          <p:nvPr/>
        </p:nvSpPr>
        <p:spPr>
          <a:xfrm>
            <a:off x="7183969" y="408438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4007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231356-59D9-202F-1CD9-8BADD8B391AC}"/>
              </a:ext>
            </a:extLst>
          </p:cNvPr>
          <p:cNvSpPr txBox="1"/>
          <p:nvPr/>
        </p:nvSpPr>
        <p:spPr>
          <a:xfrm>
            <a:off x="2624668" y="507922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76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24380-97B0-2A47-DA53-79A03B40D59B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每轮实验数据反馈安排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4596CA-79A3-90C9-0996-2FBBBAF59C01}"/>
              </a:ext>
            </a:extLst>
          </p:cNvPr>
          <p:cNvCxnSpPr/>
          <p:nvPr/>
        </p:nvCxnSpPr>
        <p:spPr>
          <a:xfrm>
            <a:off x="0" y="694661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2E3B853-0DD2-A097-4532-B9450DBE4169}"/>
              </a:ext>
            </a:extLst>
          </p:cNvPr>
          <p:cNvSpPr txBox="1"/>
          <p:nvPr/>
        </p:nvSpPr>
        <p:spPr>
          <a:xfrm flipH="1">
            <a:off x="346443" y="2948355"/>
            <a:ext cx="845111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每次验证，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个人同时进行实验，每人每次开反应数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个，每次收集数据量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12-18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个。每人每周能完成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次实验，一周预计反馈数据总量在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24-26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B0C2B1-A07E-C808-F001-43AC5FFA06DD}"/>
              </a:ext>
            </a:extLst>
          </p:cNvPr>
          <p:cNvSpPr/>
          <p:nvPr/>
        </p:nvSpPr>
        <p:spPr>
          <a:xfrm>
            <a:off x="2269067" y="1439333"/>
            <a:ext cx="855133" cy="402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间位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D3C018-B5E2-8DE9-90CC-4E8A0B3A20FB}"/>
              </a:ext>
            </a:extLst>
          </p:cNvPr>
          <p:cNvSpPr/>
          <p:nvPr/>
        </p:nvSpPr>
        <p:spPr>
          <a:xfrm>
            <a:off x="3262806" y="1444721"/>
            <a:ext cx="2125133" cy="40216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其他条件描述符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B23C54-0C12-E8CA-23B1-07466A9CAEB8}"/>
              </a:ext>
            </a:extLst>
          </p:cNvPr>
          <p:cNvSpPr/>
          <p:nvPr/>
        </p:nvSpPr>
        <p:spPr>
          <a:xfrm>
            <a:off x="2269067" y="2108199"/>
            <a:ext cx="855133" cy="4021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邻位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A700E0-CCE7-F729-013E-96E94021D0D9}"/>
              </a:ext>
            </a:extLst>
          </p:cNvPr>
          <p:cNvSpPr/>
          <p:nvPr/>
        </p:nvSpPr>
        <p:spPr>
          <a:xfrm>
            <a:off x="3262807" y="2108199"/>
            <a:ext cx="2125133" cy="40216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其他条件描述符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FE23EE-C9F6-9F21-761B-27AD062A7432}"/>
              </a:ext>
            </a:extLst>
          </p:cNvPr>
          <p:cNvSpPr txBox="1"/>
          <p:nvPr/>
        </p:nvSpPr>
        <p:spPr>
          <a:xfrm>
            <a:off x="791633" y="14393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第一轮数据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00A4DA-0E14-DDD9-57CA-0152A55F2972}"/>
              </a:ext>
            </a:extLst>
          </p:cNvPr>
          <p:cNvSpPr txBox="1"/>
          <p:nvPr/>
        </p:nvSpPr>
        <p:spPr>
          <a:xfrm>
            <a:off x="791633" y="21246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第二轮数据</a:t>
            </a:r>
          </a:p>
        </p:txBody>
      </p:sp>
    </p:spTree>
    <p:extLst>
      <p:ext uri="{BB962C8B-B14F-4D97-AF65-F5344CB8AC3E}">
        <p14:creationId xmlns:p14="http://schemas.microsoft.com/office/powerpoint/2010/main" val="274552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7B27551-C6DA-4B24-B01E-436B1CB4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2" y="982181"/>
            <a:ext cx="3610766" cy="1984404"/>
          </a:xfrm>
          <a:prstGeom prst="rect">
            <a:avLst/>
          </a:prstGeom>
        </p:spPr>
      </p:pic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212B43D6-F70A-B0C3-DCB2-159BAB085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197" y="113060"/>
            <a:ext cx="3677870" cy="2848876"/>
          </a:xfrm>
          <a:prstGeom prst="rect">
            <a:avLst/>
          </a:prstGeom>
        </p:spPr>
      </p:pic>
      <p:pic>
        <p:nvPicPr>
          <p:cNvPr id="2" name="图片 1" descr="表格&#10;&#10;AI 生成的内容可能不正确。">
            <a:extLst>
              <a:ext uri="{FF2B5EF4-FFF2-40B4-BE49-F238E27FC236}">
                <a16:creationId xmlns:a16="http://schemas.microsoft.com/office/drawing/2014/main" id="{0961A309-8DFA-B589-1614-4ECEBBD77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197" y="3186460"/>
            <a:ext cx="3677870" cy="28488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6D891A-FD60-1D24-1203-864F09F7A8DF}"/>
              </a:ext>
            </a:extLst>
          </p:cNvPr>
          <p:cNvSpPr txBox="1"/>
          <p:nvPr/>
        </p:nvSpPr>
        <p:spPr>
          <a:xfrm>
            <a:off x="4717054" y="4610898"/>
            <a:ext cx="674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70%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B0407C-BF15-A8E8-3008-FC198B7A4CE8}"/>
              </a:ext>
            </a:extLst>
          </p:cNvPr>
          <p:cNvSpPr txBox="1"/>
          <p:nvPr/>
        </p:nvSpPr>
        <p:spPr>
          <a:xfrm>
            <a:off x="5644154" y="5080798"/>
            <a:ext cx="674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83%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42BA85-1539-2967-DD6B-8C7749DEF61D}"/>
              </a:ext>
            </a:extLst>
          </p:cNvPr>
          <p:cNvSpPr txBox="1"/>
          <p:nvPr/>
        </p:nvSpPr>
        <p:spPr>
          <a:xfrm>
            <a:off x="6485529" y="5553873"/>
            <a:ext cx="674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76%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6D5E8D-E90C-5783-7C87-9A985A43AD12}"/>
              </a:ext>
            </a:extLst>
          </p:cNvPr>
          <p:cNvSpPr txBox="1"/>
          <p:nvPr/>
        </p:nvSpPr>
        <p:spPr>
          <a:xfrm>
            <a:off x="4364038" y="4635625"/>
            <a:ext cx="2286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F</a:t>
            </a:r>
            <a:endParaRPr lang="zh-CN" alt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F6C67-03F6-F4A4-7E68-A6C84F03C5D9}"/>
              </a:ext>
            </a:extLst>
          </p:cNvPr>
          <p:cNvSpPr txBox="1"/>
          <p:nvPr/>
        </p:nvSpPr>
        <p:spPr>
          <a:xfrm>
            <a:off x="4338638" y="5080798"/>
            <a:ext cx="2286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F</a:t>
            </a:r>
            <a:endParaRPr lang="zh-CN" altLang="en-US" sz="11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CE39B2-2CA4-D031-F8AD-C31C0C9687D9}"/>
              </a:ext>
            </a:extLst>
          </p:cNvPr>
          <p:cNvSpPr txBox="1"/>
          <p:nvPr/>
        </p:nvSpPr>
        <p:spPr>
          <a:xfrm>
            <a:off x="4343400" y="5553873"/>
            <a:ext cx="2286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F</a:t>
            </a:r>
            <a:endParaRPr lang="zh-CN" altLang="en-US" sz="1100" dirty="0"/>
          </a:p>
        </p:txBody>
      </p:sp>
      <p:pic>
        <p:nvPicPr>
          <p:cNvPr id="12" name="图片 11" descr="表格&#10;&#10;AI 生成的内容可能不正确。">
            <a:extLst>
              <a:ext uri="{FF2B5EF4-FFF2-40B4-BE49-F238E27FC236}">
                <a16:creationId xmlns:a16="http://schemas.microsoft.com/office/drawing/2014/main" id="{871392D3-5DE6-0A77-2774-6B0EBE413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0" y="3200394"/>
            <a:ext cx="3677870" cy="28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6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1544</TotalTime>
  <Words>155</Words>
  <Application>Microsoft Office PowerPoint</Application>
  <PresentationFormat>全屏显示(4:3)</PresentationFormat>
  <Paragraphs>72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Office 主题​​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qiang zhao</dc:creator>
  <cp:lastModifiedBy>嘉祺 李</cp:lastModifiedBy>
  <cp:revision>3</cp:revision>
  <dcterms:created xsi:type="dcterms:W3CDTF">2024-07-23T12:54:45Z</dcterms:created>
  <dcterms:modified xsi:type="dcterms:W3CDTF">2025-04-08T08:50:53Z</dcterms:modified>
</cp:coreProperties>
</file>